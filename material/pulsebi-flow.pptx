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7432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09728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192024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74320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356616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2120" y="27432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09728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192024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74320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356616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7432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9728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92024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74320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356616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7432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109728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92024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274320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356616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7432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09728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192024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74320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56616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27432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09728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192024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274320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356616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27432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109728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92024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74320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356616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49640" y="27432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49640" y="109728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49640" y="192024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49640" y="274320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9640" y="3566160"/>
            <a:ext cx="45720" cy="457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PulseBI</a:t>
            </a:r>
            <a:endParaRPr lang="en-US" sz="6000" dirty="0"/>
          </a:p>
        </p:txBody>
      </p:sp>
      <p:sp>
        <p:nvSpPr>
          <p:cNvPr id="45" name="Text 43"/>
          <p:cNvSpPr/>
          <p:nvPr/>
        </p:nvSpPr>
        <p:spPr>
          <a:xfrm>
            <a:off x="45720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 &amp; Flow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React app connects to WebSocket backend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3840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148840" y="3840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884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840480" y="3840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32120" y="3840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3212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3840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2A"/>
          </a:solidFill>
          <a:ln w="12700">
            <a:solidFill>
              <a:srgbClr val="111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54864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05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src/api/backend.js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179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calls — health check, set/get room config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673352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673352"/>
            <a:ext cx="54864" cy="658368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09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src/utils/socket.js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WebSocket wrapper — auto-reconnect, message queue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478024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478024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14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src/utils/chatStorage.js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CRUD — rooms, messages, Gemini key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282696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3282696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19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src/hooks/useWebSocket.js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593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— WS lifecycle, token streaming → state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087368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4087368"/>
            <a:ext cx="54864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23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src/hooks/useDashboard.js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398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— rooms, messages, key, send 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868680"/>
            <a:ext cx="54864" cy="658368"/>
          </a:xfrm>
          <a:prstGeom prst="rect">
            <a:avLst/>
          </a:prstGeom>
          <a:solidFill>
            <a:srgbClr val="9098C8"/>
          </a:solidFill>
          <a:ln w="12700">
            <a:solidFill>
              <a:srgbClr val="909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905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src/components/Sidebar.jsx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179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chat list, new chat button, user footer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673352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673352"/>
            <a:ext cx="54864" cy="658368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709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src/components/ChatMessages.jsx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bubbles, chart rendering, empty state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478024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478024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514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src/components/PromptBar.jsx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WS status pill, mode toggle slider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282696"/>
            <a:ext cx="42976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282696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319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src/components/GeminiKeyModal.jsx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593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entry modal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2A"/>
          </a:solidFill>
          <a:ln w="12700">
            <a:solidFill>
              <a:srgbClr val="111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App Startup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822960"/>
            <a:ext cx="3657600" cy="77724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86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main.jsx renders App → useDashboard() initializes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" y="1600200"/>
            <a:ext cx="0" cy="228600"/>
          </a:xfrm>
          <a:prstGeom prst="line">
            <a:avLst/>
          </a:prstGeom>
          <a:noFill/>
          <a:ln w="19050">
            <a:solidFill>
              <a:srgbClr val="6C63F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1828800"/>
            <a:ext cx="3657600" cy="77724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Read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212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key, last room ID, all rooms loaded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2606040"/>
            <a:ext cx="0" cy="22860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2834640"/>
            <a:ext cx="3657600" cy="77724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898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GeminiKeyModal opens automatically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" y="3611880"/>
            <a:ext cx="0" cy="228600"/>
          </a:xfrm>
          <a:prstGeom prst="line">
            <a:avLst/>
          </a:prstGeom>
          <a:noFill/>
          <a:ln w="19050">
            <a:solidFill>
              <a:srgbClr val="FBBF2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74320" y="3931920"/>
            <a:ext cx="502920" cy="502920"/>
          </a:xfrm>
          <a:prstGeom prst="ellipse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3840480"/>
            <a:ext cx="3657600" cy="77724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04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224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→ server dot turns green in sidebar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91440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40680" y="822960"/>
            <a:ext cx="3657600" cy="77724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886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Connect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ws://backend/ws/chat — useWebSocket creates socket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93208" y="1600200"/>
            <a:ext cx="0" cy="228600"/>
          </a:xfrm>
          <a:prstGeom prst="line">
            <a:avLst/>
          </a:prstGeom>
          <a:noFill/>
          <a:ln w="19050">
            <a:solidFill>
              <a:srgbClr val="6C63FF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846320" y="1920240"/>
            <a:ext cx="502920" cy="502920"/>
          </a:xfrm>
          <a:prstGeom prst="ellipse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40680" y="1828800"/>
            <a:ext cx="3657600" cy="77724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ID Received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32120" y="2212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sends {room_id} → POST /config/rooms/{id}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93208" y="2606040"/>
            <a:ext cx="0" cy="228600"/>
          </a:xfrm>
          <a:prstGeom prst="line">
            <a:avLst/>
          </a:prstGeom>
          <a:noFill/>
          <a:ln w="19050">
            <a:solidFill>
              <a:srgbClr val="10D9A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46320" y="292608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40680" y="2834640"/>
            <a:ext cx="3657600" cy="77724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2898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3212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key sent to backend, room is ready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93208" y="3611880"/>
            <a:ext cx="0" cy="22860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846320" y="3931920"/>
            <a:ext cx="502920" cy="502920"/>
          </a:xfrm>
          <a:prstGeom prst="ellipse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40680" y="3840480"/>
            <a:ext cx="3657600" cy="77724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3904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Chat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532120" y="4224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'Connected' pill — user can send messages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2A"/>
          </a:solidFill>
          <a:ln w="12700">
            <a:solidFill>
              <a:srgbClr val="111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WebSocket Message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474720" cy="3931920"/>
          </a:xfrm>
          <a:prstGeom prst="rect">
            <a:avLst/>
          </a:prstGeom>
          <a:solidFill>
            <a:srgbClr val="11142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94960" y="822960"/>
            <a:ext cx="3474720" cy="3931920"/>
          </a:xfrm>
          <a:prstGeom prst="rect">
            <a:avLst/>
          </a:prstGeom>
          <a:solidFill>
            <a:srgbClr val="11142A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message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691640"/>
            <a:ext cx="182880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481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type:"query", data:"..." }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socket.sendMessage()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19456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processes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423160"/>
            <a:ext cx="182880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queries CSV + AI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received → stream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92608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token chunks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0" y="3154680"/>
            <a:ext cx="1828800" cy="0"/>
          </a:xfrm>
          <a:prstGeom prst="line">
            <a:avLst/>
          </a:prstGeom>
          <a:noFill/>
          <a:ln w="19050">
            <a:solidFill>
              <a:srgbClr val="10D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type:"token", content:"..." }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→ save message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65760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done signal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3886200"/>
            <a:ext cx="18288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675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type:"done" }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parsed &amp; rendered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4297680"/>
            <a:ext cx="3108960" cy="457200"/>
          </a:xfrm>
          <a:prstGeom prst="rect">
            <a:avLst/>
          </a:prstGeom>
          <a:solidFill>
            <a:srgbClr val="181C38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chart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94960" y="4526280"/>
            <a:ext cx="182880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4315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type:"chart", data:{...} }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2A"/>
          </a:solidFill>
          <a:ln w="12700">
            <a:solidFill>
              <a:srgbClr val="111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localStorage &amp; Room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Keys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8404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80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bi_gemini_api_key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key string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38404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57400"/>
            <a:ext cx="54864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bi_rooms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array — all rooms + messages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38404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80360"/>
            <a:ext cx="54864" cy="658368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bi_last_room_id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active room — restored on refresh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Lifecycle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38404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234440"/>
            <a:ext cx="54864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280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Chat clicked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92624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createRoom() → generates room_xxx 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057400"/>
            <a:ext cx="38404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057400"/>
            <a:ext cx="54864" cy="658368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connects → backend 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onRoomIdReceived() → POST /config/rooms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880360"/>
            <a:ext cx="38404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880360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92624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addMessage() → saves to localStorage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703320"/>
            <a:ext cx="3840480" cy="658368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703320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refresh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getLastRoomId() → restores same room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On page refresh: localStorage → last_room_id → restore room → reconnect WebSocket → user continues exactly where they left off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2A"/>
          </a:solidFill>
          <a:ln w="12700">
            <a:solidFill>
              <a:srgbClr val="111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Chart Mode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822960"/>
            <a:ext cx="3657600" cy="804672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96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Toggle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252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slides to Chart mode in PromptBar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847088"/>
            <a:ext cx="3657600" cy="804672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49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App.jsx: setMode('chart'), chartMessages cleared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2871216"/>
            <a:ext cx="3657600" cy="804672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Minimized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chat-messages-wrap gets .minimized class → height: 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86784"/>
            <a:ext cx="457200" cy="457200"/>
          </a:xfrm>
          <a:prstGeom prst="ellipse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895344"/>
            <a:ext cx="3657600" cy="804672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Screen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chart-fullscreen div renders with Close + Clear buttons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0" y="822960"/>
            <a:ext cx="3657600" cy="804672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896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2252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sendMessage(text, "chart") → WS sends {type:"chart"}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3852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03520" y="1847088"/>
            <a:ext cx="3657600" cy="804672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249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tryParseChart() extracts labels + values from text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62656"/>
            <a:ext cx="457200" cy="457200"/>
          </a:xfrm>
          <a:prstGeom prst="ellipse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03520" y="2871216"/>
            <a:ext cx="3657600" cy="804672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Charts Render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2735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Line + Pie all render from same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86784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303520" y="3895344"/>
            <a:ext cx="3657600" cy="804672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Chart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42976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setMode('query') → chat screen restores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2A"/>
          </a:solidFill>
          <a:ln w="12700">
            <a:solidFill>
              <a:srgbClr val="111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Backend API Endpoints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6868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868680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0D2B1A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server dot in sidebar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914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On app load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12252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status: 200 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74520"/>
            <a:ext cx="54864" cy="868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5740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0D0B2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1965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/config/rooms/{room_id}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313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Gemini API key for room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1965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After key saved or new room created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22768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success: true, message: "Config set successfully" }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26080"/>
            <a:ext cx="54864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0896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150B2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/config/rooms/{room_id}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364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room config is set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017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After POST config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33284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success: true }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11142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6052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2B1F0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25880" y="4069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/ws/chat?room_id={id}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416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— send query, receive tokens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4069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On room connect / user message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7784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type:"token"|"done"|"chart"|"error" 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2A"/>
          </a:solidFill>
          <a:ln w="12700">
            <a:solidFill>
              <a:srgbClr val="111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Component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2194560" cy="5029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777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181C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useDashboard()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-2651760" cy="27432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114800" y="155448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181C38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useWebSocket()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548640" cy="274320"/>
          </a:xfrm>
          <a:prstGeom prst="line">
            <a:avLst/>
          </a:prstGeom>
          <a:noFill/>
          <a:ln w="12700">
            <a:solidFill>
              <a:srgbClr val="10D9A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4320" y="2560320"/>
            <a:ext cx="1645920" cy="457200"/>
          </a:xfrm>
          <a:prstGeom prst="rect">
            <a:avLst/>
          </a:prstGeom>
          <a:solidFill>
            <a:srgbClr val="11142A"/>
          </a:solidFill>
          <a:ln w="12700">
            <a:solidFill>
              <a:srgbClr val="909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60320"/>
            <a:ext cx="54864" cy="457200"/>
          </a:xfrm>
          <a:prstGeom prst="rect">
            <a:avLst/>
          </a:prstGeom>
          <a:solidFill>
            <a:srgbClr val="9098C8"/>
          </a:solidFill>
          <a:ln w="12700">
            <a:solidFill>
              <a:srgbClr val="909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-3474720" cy="457200"/>
          </a:xfrm>
          <a:prstGeom prst="line">
            <a:avLst/>
          </a:prstGeom>
          <a:noFill/>
          <a:ln w="12700">
            <a:solidFill>
              <a:srgbClr val="9098C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103120" y="2560320"/>
            <a:ext cx="1645920" cy="457200"/>
          </a:xfrm>
          <a:prstGeom prst="rect">
            <a:avLst/>
          </a:prstGeom>
          <a:solidFill>
            <a:srgbClr val="1114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2560320"/>
            <a:ext cx="54864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ChatMessages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103120"/>
            <a:ext cx="-1645920" cy="45720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206240" y="2560320"/>
            <a:ext cx="1645920" cy="457200"/>
          </a:xfrm>
          <a:prstGeom prst="rect">
            <a:avLst/>
          </a:prstGeom>
          <a:solidFill>
            <a:srgbClr val="1114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2560320"/>
            <a:ext cx="54864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103120"/>
            <a:ext cx="457200" cy="457200"/>
          </a:xfrm>
          <a:prstGeom prst="line">
            <a:avLst/>
          </a:prstGeom>
          <a:noFill/>
          <a:ln w="12700">
            <a:solidFill>
              <a:srgbClr val="FBBF2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217920" y="2560320"/>
            <a:ext cx="1645920" cy="457200"/>
          </a:xfrm>
          <a:prstGeom prst="rect">
            <a:avLst/>
          </a:prstGeom>
          <a:solidFill>
            <a:srgbClr val="1114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560320"/>
            <a:ext cx="54864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GeminiKeyModal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103120"/>
            <a:ext cx="2468880" cy="457200"/>
          </a:xfrm>
          <a:prstGeom prst="line">
            <a:avLst/>
          </a:prstGeom>
          <a:noFill/>
          <a:ln w="12700">
            <a:solidFill>
              <a:srgbClr val="F8717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7432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 &amp; Storage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794760"/>
            <a:ext cx="2560320" cy="548640"/>
          </a:xfrm>
          <a:prstGeom prst="rect">
            <a:avLst/>
          </a:prstGeom>
          <a:solidFill>
            <a:srgbClr val="11142A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socket.js — WS connection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3794760"/>
            <a:ext cx="2560320" cy="548640"/>
          </a:xfrm>
          <a:prstGeom prst="rect">
            <a:avLst/>
          </a:prstGeom>
          <a:solidFill>
            <a:srgbClr val="1114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chatStorage.js — localStorage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3794760"/>
            <a:ext cx="2560320" cy="548640"/>
          </a:xfrm>
          <a:prstGeom prst="rect">
            <a:avLst/>
          </a:prstGeom>
          <a:solidFill>
            <a:srgbClr val="11142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backend.js — REST API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PulseBI Frontend Flow</dc:title>
  <dc:subject>PptxGenJS Presentation</dc:subject>
  <dc:creator>PptxGenJS</dc:creator>
  <cp:lastModifiedBy>PptxGenJS</cp:lastModifiedBy>
  <cp:revision>1</cp:revision>
  <dcterms:created xsi:type="dcterms:W3CDTF">2026-03-16T04:24:59Z</dcterms:created>
  <dcterms:modified xsi:type="dcterms:W3CDTF">2026-03-16T04:24:59Z</dcterms:modified>
</cp:coreProperties>
</file>